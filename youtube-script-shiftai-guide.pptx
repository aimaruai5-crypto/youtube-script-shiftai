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520440"/>
            <a:ext cx="8979408" cy="54864"/>
          </a:xfrm>
          <a:prstGeom prst="rect">
            <a:avLst/>
          </a:prstGeom>
          <a:solidFill>
            <a:srgbClr val="2D3B8C"/>
          </a:solidFill>
          <a:ln w="12700">
            <a:solidFill>
              <a:srgbClr val="2D3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youtube-script-shiftai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動画台本 一気通貫生成スキル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企画情報取得 → 文字起こし → 設計書 → 台本 → 訴求挿入 → 品質評価 → docx 出力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22860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31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ShiftAI チャンネル専用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3931920"/>
            <a:ext cx="228600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931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プラグイン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このスキルでできること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24912" cy="376732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724912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完全自動化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25786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行番号を伝えるだけ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3017520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0〜9 を全自動実行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345643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 出力まで一気通貫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2724912" cy="376732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05840"/>
            <a:ext cx="2724912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23444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172968" y="199339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品質保証ループ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25786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が 100 点満点で採点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017520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点以上になるまで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45643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自動で修正を繰り返す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25896" y="1005840"/>
            <a:ext cx="2724912" cy="376732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005840"/>
            <a:ext cx="2724912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123444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025896" y="199339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設定分離設計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90488" y="25786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は config.txt で管理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0488" y="3017520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スキル本体を変えずに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0488" y="345643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他チャンネルへ流用可能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ワークフロー：STEP 0 〜 STEP 9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1426464" cy="1463040"/>
          </a:xfrm>
          <a:prstGeom prst="rect">
            <a:avLst/>
          </a:prstGeom>
          <a:solidFill>
            <a:srgbClr val="6C757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28016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設定取得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90195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GitHubから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10512" y="1737360"/>
            <a:ext cx="256032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1609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005840"/>
            <a:ext cx="1426464" cy="1463040"/>
          </a:xfrm>
          <a:prstGeom prst="rect">
            <a:avLst/>
          </a:prstGeom>
          <a:solidFill>
            <a:srgbClr val="3498D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00584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005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128016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プロンプト取得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190195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から読込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66160" y="1737360"/>
            <a:ext cx="256032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609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58768" y="1005840"/>
            <a:ext cx="1426464" cy="1463040"/>
          </a:xfrm>
          <a:prstGeom prst="rect">
            <a:avLst/>
          </a:prstGeom>
          <a:solidFill>
            <a:srgbClr val="3498D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58768" y="100584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1005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8768" y="128016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企画情報取得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58768" y="190195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スプシの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指定行を読込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21808" y="1737360"/>
            <a:ext cx="256032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1609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14416" y="1005840"/>
            <a:ext cx="1426464" cy="1463040"/>
          </a:xfrm>
          <a:prstGeom prst="rect">
            <a:avLst/>
          </a:prstGeom>
          <a:solidFill>
            <a:srgbClr val="3498D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14416" y="100584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1005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14416" y="128016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文字起こし取得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14416" y="190195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→スプシ書出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77456" y="1737360"/>
            <a:ext cx="256032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8896" y="1609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70064" y="1005840"/>
            <a:ext cx="1426464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70064" y="100584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0064" y="10058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70064" y="128016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設計書生成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70064" y="190195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タイトル案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サムネ案など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7472" y="3108960"/>
            <a:ext cx="1426464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" y="310896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338328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台本生成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" y="400507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6000文字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訴求なし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10512" y="3840480"/>
            <a:ext cx="256032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01952" y="37124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103120" y="3108960"/>
            <a:ext cx="1426464" cy="146304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103120" y="310896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03120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103120" y="338328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訴求挿入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03120" y="400507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LINE特典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①②③挿入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566160" y="3840480"/>
            <a:ext cx="256032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37124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▶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58768" y="3108960"/>
            <a:ext cx="1426464" cy="146304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858768" y="310896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58768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58768" y="338328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品質評価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858768" y="400507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75点まで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自動修正ループ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21808" y="3840480"/>
            <a:ext cx="256032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13248" y="37124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▶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614416" y="3108960"/>
            <a:ext cx="1426464" cy="146304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614416" y="310896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14416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614416" y="338328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追加調整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614416" y="400507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追加プロンプト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①②適用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077456" y="3840480"/>
            <a:ext cx="256032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68896" y="37124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▶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70064" y="3108960"/>
            <a:ext cx="1426464" cy="146304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370064" y="3108960"/>
            <a:ext cx="142646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0064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370064" y="338328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docx出力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370064" y="400507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Word文書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完成・出力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083296" y="2505456"/>
            <a:ext cx="0" cy="283464"/>
          </a:xfrm>
          <a:prstGeom prst="line">
            <a:avLst/>
          </a:prstGeom>
          <a:noFill/>
          <a:ln w="19050">
            <a:solidFill>
              <a:srgbClr val="AABBCC"/>
            </a:solidFill>
            <a:prstDash val="sysDot"/>
          </a:ln>
        </p:spPr>
      </p:sp>
      <p:sp>
        <p:nvSpPr>
          <p:cNvPr id="72" name="Shape 70"/>
          <p:cNvSpPr/>
          <p:nvPr/>
        </p:nvSpPr>
        <p:spPr>
          <a:xfrm>
            <a:off x="1060704" y="2788920"/>
            <a:ext cx="7022592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sysDot"/>
          </a:ln>
        </p:spPr>
      </p:sp>
      <p:sp>
        <p:nvSpPr>
          <p:cNvPr id="73" name="Shape 71"/>
          <p:cNvSpPr/>
          <p:nvPr/>
        </p:nvSpPr>
        <p:spPr>
          <a:xfrm>
            <a:off x="1060704" y="2788920"/>
            <a:ext cx="0" cy="283464"/>
          </a:xfrm>
          <a:prstGeom prst="line">
            <a:avLst/>
          </a:prstGeom>
          <a:noFill/>
          <a:ln w="19050">
            <a:solidFill>
              <a:srgbClr val="AABBCC"/>
            </a:solidFill>
            <a:prstDash val="sysDot"/>
          </a:ln>
        </p:spPr>
      </p:sp>
      <p:sp>
        <p:nvSpPr>
          <p:cNvPr id="74" name="Text 72"/>
          <p:cNvSpPr/>
          <p:nvPr/>
        </p:nvSpPr>
        <p:spPr>
          <a:xfrm>
            <a:off x="950976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▼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使い方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75488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プラグインをインストールする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527048"/>
            <a:ext cx="80467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270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https://github.com/aimaruai5-crypto/youtube-script-shiftai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29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のプラグイン追加画面でこの URL を入力 → 再起動するとスキルが有効になります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42032"/>
            <a:ext cx="475488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5420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処理したい企画の行番号を伝えるだけ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03520" y="3090672"/>
            <a:ext cx="3474720" cy="402336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309067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162行目を処理して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547872"/>
            <a:ext cx="4754880" cy="402336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5478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STEP0完了：設定を読み込みました（8件のURL取得）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005072"/>
            <a:ext cx="4754880" cy="402336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0050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STEP1完了：プロンプト・設定を読み込みました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462272"/>
            <a:ext cx="4754880" cy="402336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4622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STEP2完了：企画情報を取得しました（テーマ：AI活用術）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設定ファイル（config.txt）— URL 一覧と役割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697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キー名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868680"/>
            <a:ext cx="1005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868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種別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868680"/>
            <a:ext cx="4892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868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役割・説明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234440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344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PLANNING_SHEET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99232" y="1325880"/>
            <a:ext cx="91440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1325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スプシ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41648" y="1234440"/>
            <a:ext cx="4828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企画管理スプレッドシート。テーマ案・文字起こしURL等をここから取得する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691640"/>
            <a:ext cx="86868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916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PRESENT_SHEET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99232" y="1783080"/>
            <a:ext cx="91440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スプシ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41648" y="1691640"/>
            <a:ext cx="4828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LINE特典管理スプシ。キーワード・特典名・リンクを格納。訴求文の生成に使用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148840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1488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CHANNEL_CONFIG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99232" y="2240280"/>
            <a:ext cx="914400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9232" y="2240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Doc / 設定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041648" y="2148840"/>
            <a:ext cx="4828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チャンネル設定（ターゲット・トーン・フォーマット等）。台本生成の前提知識として読込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606040"/>
            <a:ext cx="86868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6060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DESIGN_PROMPT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99232" y="2697480"/>
            <a:ext cx="9144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Doc / 設計書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41648" y="2606040"/>
            <a:ext cx="4828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設計書（タイトル案・サムネ案・企画意図）を生成するためのプロンプト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063240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0632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SCRIPT_PROMPT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99232" y="3154680"/>
            <a:ext cx="9144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9232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Doc / 台本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041648" y="3063240"/>
            <a:ext cx="4828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台本本文（6000字程度）を生成するプロンプト。この段階では訴求を挿入しない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520440"/>
            <a:ext cx="86868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204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EVAL_PROMPT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99232" y="3611880"/>
            <a:ext cx="91440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9232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Doc / 評価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041648" y="3520440"/>
            <a:ext cx="4828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台本を100点満点で採点するプロンプト。75点以上になるまで修正ループを実行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3977640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9776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ADDITIONAL_PROMPT_1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999232" y="4069080"/>
            <a:ext cx="91440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9232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Doc / 追加①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041648" y="3977640"/>
            <a:ext cx="4828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評価ループ通過後に適用する追加プロンプト①（スタイル調整・品質強化など）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" y="4434840"/>
            <a:ext cx="86868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4348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ADDITIONAL_PROMPT_2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999232" y="4526280"/>
            <a:ext cx="91440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9232" y="4526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Doc / 追加②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041648" y="4434840"/>
            <a:ext cx="4828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追加プロンプト②（最終仕上げ・スタイル変換など）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別チャンネルへの流用方法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337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9601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フォークする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GitHub でリポジトリを開く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「Fork」ボタンをクリック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34056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自分のアカウントへコピー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35808" y="242773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2743200" cy="3337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60120"/>
            <a:ext cx="2743200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21608" y="9601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config.txt を差し替え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スプシ・プロンプト Doc を準備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167128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各 /pub URL を取得して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734056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config.txt に貼り付けて保存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16168" y="242773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35040" y="960120"/>
            <a:ext cx="2743200" cy="3337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960120"/>
            <a:ext cx="274320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01968" y="9601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push して再インストール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1600200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変更した config.txt を push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2167128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Claude Code でリポジトリを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734056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プラグインとして再追加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434840"/>
            <a:ext cx="8595360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4348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Google Doc は「ファイル → 共有 → ウェブに公開」で発行した /pub URL を使用。/edit・/view の URL は使用不可です。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行番号を伝えるだけで STEP 0〜9 を全自動実行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93392"/>
            <a:ext cx="50292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config.txt の URL を差し替えるだけで別チャンネルに流用可能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798064"/>
            <a:ext cx="50292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7980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採点ループで台本品質を 75 点以上に自動担保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602736"/>
            <a:ext cx="50292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60273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github.com/aimaruai5-crypto/youtube-script-shiftai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youtube-script-shiftai 使い方ガイド</dc:title>
  <dc:subject>PptxGenJS Presentation</dc:subject>
  <dc:creator>PptxGenJS</dc:creator>
  <cp:lastModifiedBy>PptxGenJS</cp:lastModifiedBy>
  <cp:revision>1</cp:revision>
  <dcterms:created xsi:type="dcterms:W3CDTF">2026-05-21T07:19:44Z</dcterms:created>
  <dcterms:modified xsi:type="dcterms:W3CDTF">2026-05-21T07:19:44Z</dcterms:modified>
</cp:coreProperties>
</file>